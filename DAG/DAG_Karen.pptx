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9223C-0974-A178-E798-176EFF02D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673FC7-E9C0-AC73-059A-ABB05CFFD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A471E9-A6D2-B55D-0799-1E9BBF219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3D3F63-63F7-E651-60AE-EA46C70AF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EC2152-43BD-F48A-625B-2E658976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107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6B212-4C90-7512-FE81-AE7421B2A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4C27F0-DC13-9864-5654-43ED9E14E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A24E2C-E354-7484-9B4F-A7FC688D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48337B-85A9-DFC7-2EAE-DBFAB2B8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4C584C-76D4-E6BB-7D13-4D9670EF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913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E10BF-7399-636E-6963-7082A7BA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371748-939D-B3FC-01D9-45E16B8AD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BBE002-C7FD-F116-5FDB-39852398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72C05A-1A31-FC0C-D7B4-4E8487C1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992E2-64D4-F86D-82BD-5A317A0E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854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E481F-6B6E-6AED-BD51-C919F307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A3A377-D664-A291-FD9D-3980C17E9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BDEB56-90F4-0346-19C7-D9727CE27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8F53A5-B41B-EED6-5CA4-358053D69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F4D3E4-CBA7-9F75-77C7-545947E4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D4A749-4ACF-7848-4567-CEEF0ABA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0837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F394A-6D98-FA27-6D8C-AC261C33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F900F6-B35E-C92A-D10C-21720D9C5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E96962-FFF0-4116-7E1D-FF18BDB82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A18FC9-175E-2322-6E31-F3E9D8A3C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6406B8-797D-A8E4-6A5E-5EAC66D25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925B00-F0A4-F25D-76B5-0AD3B243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B252B4-D819-0FB0-27C4-759CEEE9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6E4DACC-70DD-B560-5943-8DAAEB60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233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6F934-2E16-3A51-C73D-67064AE1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F7DEF3-2F33-68C7-1A51-F3522576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11AEF5-146C-7F3F-3740-94EF90C44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CD0FC9-C7BE-0F7F-2AE8-30CCE997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260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492C864-23EA-C6C0-104B-A2420E95A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23C765-9BA6-78A5-EA62-6A49289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A68C51-C353-3ADE-86D6-800C5DF6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957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C752E-DAC0-F29A-154C-199F2B1B3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63EBEE-8F0E-24F3-5166-486C9941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415E27-6762-A384-7E92-30AE2251B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854129-ED57-7FEB-BD11-C0708AD0E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59E812-C5EA-2A99-4F5F-F0D8C28C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78C0CD-6A65-54B0-D304-7470C637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9324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167C9-871C-269E-DEF3-AC56C967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EC39D2-0D2C-1D4D-6ADD-AB95A8DA9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4EEE09-5723-7AD1-C77A-A5E502ED0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33B9D3-1E33-4388-C35D-3E1964A2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30F947-A76E-126B-4BEC-0EA7AE44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5C2FB8-3787-9D16-E56C-FA000E22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1919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28E35-7C7F-E4B9-6C82-860BBCB0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32D0DC-EBC0-B499-5794-6AE182980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A81DEF-90AA-83EB-0779-CC751727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F07274-32E0-E2B0-65C4-0F9FB68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CE243A-C547-9AEC-7828-8A9B5382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780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E01BDC-ED44-57D9-8831-9564997092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B635C8-C797-6CFE-3993-C1B9F263A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081D60-1232-0EFA-941F-ACE7F945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0C0C90-86E5-C886-62AE-99E09794E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E926A1-B155-A0D1-A1D6-1F3FA25B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003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170A40-5AC8-BF06-DDA3-D1514BCC8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970D11-9F58-FD59-5B5B-92698EA5B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9DC8A7-9F65-491F-D082-9A392D4C8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16E73-C9E8-4168-8A58-A4FD8A569222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F3E41A-E71B-70E5-763A-29E32B6F0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80C2FA-A6CE-5B96-6C39-C8D07C756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2524E-9B87-4969-B4CE-4E213D159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5017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9D24484-B7B9-214E-D342-17A53A0DA3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06" t="8939" r="19040" b="25606"/>
          <a:stretch>
            <a:fillRect/>
          </a:stretch>
        </p:blipFill>
        <p:spPr>
          <a:xfrm>
            <a:off x="771415" y="98981"/>
            <a:ext cx="10482739" cy="67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3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26F3376-5AA5-E5CC-D714-AFD5C3B5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27" y="0"/>
            <a:ext cx="7705146" cy="6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524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4</cp:revision>
  <dcterms:created xsi:type="dcterms:W3CDTF">2025-10-09T15:31:02Z</dcterms:created>
  <dcterms:modified xsi:type="dcterms:W3CDTF">2025-10-15T21:36:06Z</dcterms:modified>
</cp:coreProperties>
</file>